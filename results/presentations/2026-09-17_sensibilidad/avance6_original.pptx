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Arim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Arimo-italic.fntdata"/><Relationship Id="rId10" Type="http://schemas.openxmlformats.org/officeDocument/2006/relationships/font" Target="fonts/Arimo-bold.fntdata"/><Relationship Id="rId12" Type="http://schemas.openxmlformats.org/officeDocument/2006/relationships/font" Target="fonts/Arimo-boldItalic.fntdata"/><Relationship Id="rId9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25deb1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25deb1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25deb10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25deb10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25deb10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25deb1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rimo"/>
                <a:ea typeface="Arimo"/>
                <a:cs typeface="Arimo"/>
                <a:sym typeface="Arimo"/>
              </a:rPr>
              <a:t>Week 3 Update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rimo"/>
                <a:ea typeface="Arimo"/>
                <a:cs typeface="Arimo"/>
                <a:sym typeface="Arimo"/>
              </a:rPr>
              <a:t>DARL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rimo"/>
                <a:ea typeface="Arimo"/>
                <a:cs typeface="Arimo"/>
                <a:sym typeface="Arimo"/>
              </a:rPr>
              <a:t>Recap from last week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mo"/>
              <a:buChar char="●"/>
            </a:pPr>
            <a:r>
              <a:rPr lang="es" sz="11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Where were we last week? (1-3 bullet points, 1 sentence each)</a:t>
            </a:r>
            <a:endParaRPr i="1" sz="11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mo"/>
              <a:buChar char="●"/>
            </a:pPr>
            <a:r>
              <a:rPr lang="es" sz="1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&lt;&gt;</a:t>
            </a:r>
            <a:endParaRPr sz="11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mo"/>
              <a:buChar char="●"/>
            </a:pPr>
            <a:r>
              <a:rPr lang="es" sz="11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What progress has been made since then (in the last week)? (1-3 bullet points, 1 sentence each)</a:t>
            </a:r>
            <a:endParaRPr sz="1100">
              <a:solidFill>
                <a:srgbClr val="66666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mo"/>
              <a:buChar char="●"/>
            </a:pPr>
            <a:r>
              <a:rPr lang="es" sz="1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&lt;&gt;		</a:t>
            </a:r>
            <a:endParaRPr sz="1100">
              <a:solidFill>
                <a:srgbClr val="66666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Arimo"/>
                <a:ea typeface="Arimo"/>
                <a:cs typeface="Arimo"/>
                <a:sym typeface="Arimo"/>
              </a:rPr>
              <a:t>Results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Char char="●"/>
            </a:pPr>
            <a:r>
              <a:rPr lang="es" sz="2200">
                <a:latin typeface="Arimo"/>
                <a:ea typeface="Arimo"/>
                <a:cs typeface="Arimo"/>
                <a:sym typeface="Arimo"/>
              </a:rPr>
              <a:t>[try to keep results within 10 slides]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mo"/>
              <a:buChar char="○"/>
            </a:pPr>
            <a:r>
              <a:rPr lang="es" sz="1600">
                <a:latin typeface="Arimo"/>
                <a:ea typeface="Arimo"/>
                <a:cs typeface="Arimo"/>
                <a:sym typeface="Arimo"/>
              </a:rPr>
              <a:t>[helps focus on the most important pieces and keeps majority of time to focus on questions for the supervisor]</a:t>
            </a: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mo"/>
              <a:buChar char="●"/>
            </a:pPr>
            <a:r>
              <a:rPr lang="es" sz="2200">
                <a:latin typeface="Arimo"/>
                <a:ea typeface="Arimo"/>
                <a:cs typeface="Arimo"/>
                <a:sym typeface="Arimo"/>
              </a:rPr>
              <a:t>[don’t exceed 15 slides]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